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D0207-EF3A-2DB3-02D5-CAA3AB15EB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E8553B-6756-CA54-16AA-6FCD7D57AA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5B6030-A3D9-6077-CDDA-7DFE98F8E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66D07-24F3-4A11-83CE-06901C09EB5D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DCFC2-DACA-D1D3-D0A3-B8C5133F4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A43997-C0BD-77DA-71AA-D176A0B3A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97A17-769E-4498-8442-3F0FFA7B0B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567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27CFB-A445-67D0-D1B3-4FB7C57D2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1F6DF-0776-DB8A-0A7B-8C1AB307EB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6EC986-7225-657B-A6AA-AD3D450EB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66D07-24F3-4A11-83CE-06901C09EB5D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1584B-B0CC-F7AC-E8C3-D1A52296D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F6C93D-9D8B-7C49-C3C5-722D361B1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97A17-769E-4498-8442-3F0FFA7B0B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102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7B1C9-70F1-5233-28B9-F07C0BBA2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96DA9A-C6DF-4F53-EBE4-E0616AB51E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9B0D7-79F6-6AC4-52FD-D63ABA0F6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66D07-24F3-4A11-83CE-06901C09EB5D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15362-ED36-2934-25E3-1DACDD78D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3A59CB-7714-2851-BB67-F8E5FC285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97A17-769E-4498-8442-3F0FFA7B0B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270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5FD39-8F0F-FE24-C8AB-F76A3A427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CFB98-1E40-6971-8F33-DE233DC29A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3C2535-1C1C-9115-6560-17ED426CD5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AC20BD-D90A-60FF-F923-C47196A9D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66D07-24F3-4A11-83CE-06901C09EB5D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EE936B-C2CD-E02D-7BD9-938294F34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B7503E-5DAA-7CD4-19D8-EF7BCB957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97A17-769E-4498-8442-3F0FFA7B0B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736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E540F-B0ED-32D6-ABA9-BAFF87712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1E2E78-BD5B-7DE3-8B20-1A36673C08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17E7B9-8816-F783-7346-EE3A3E7C1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D57059-D882-4724-C90E-1F6DD73642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16831A-6525-DEB8-C9D8-6BE04529EA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C8D39D-B415-98B3-CC6D-9DF33C4EE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66D07-24F3-4A11-83CE-06901C09EB5D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0453D6-9FFA-D8E0-D78F-F2B344A4E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C3C4A3-E67B-5D72-CDAD-AAF4035B2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97A17-769E-4498-8442-3F0FFA7B0B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881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E8BCD-11A5-01C9-F72A-721166B67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7C356D-A392-0D93-EA90-F84DF5A4A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66D07-24F3-4A11-83CE-06901C09EB5D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0AFD53-D4E6-793C-4374-9D152DC04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4A3174-D335-7E99-AE79-67D49992F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97A17-769E-4498-8442-3F0FFA7B0B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742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1C544A-676C-5034-00C0-27CDC2A96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66D07-24F3-4A11-83CE-06901C09EB5D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BF1F27-6B31-6FDB-4539-9F4DE2DD0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DCE1FD-F628-EB74-D8E7-AEF597541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97A17-769E-4498-8442-3F0FFA7B0B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78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6F4F8-AD0C-0E68-FE19-3BC1DAC73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E7A46-593A-8241-C28C-390FEF4C06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D5FBD0-2452-E712-C492-5E5C6662F5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C379EE-5CCC-81A5-1501-E9B8D20E0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66D07-24F3-4A11-83CE-06901C09EB5D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8EDA65-0367-394F-E01C-5AD1DF38C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36FED0-5E27-5465-2E80-1702F9AD0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97A17-769E-4498-8442-3F0FFA7B0B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565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AFE87-E638-0D20-100A-3336BB686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75B71B-34E3-DCCE-2366-0538BC0ABE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279878-26AD-06AF-2F6C-A208A386F3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23B6CF-3A31-52B2-F9E1-E67CD93FC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66D07-24F3-4A11-83CE-06901C09EB5D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983C4B-EC4D-D416-1F1F-E510C8313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4A4388-EEA4-714F-ABF0-6C6BC63AF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97A17-769E-4498-8442-3F0FFA7B0B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386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39FEA-23E8-862D-FA21-7E7D0FDFE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D8AE05-18CA-3A67-3C4D-5E634324DC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40B1FF-386F-69D4-5476-C792AF201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66D07-24F3-4A11-83CE-06901C09EB5D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B47F8F-D387-5401-BC71-1FB7157CC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CBAA89-344B-0A46-CAAD-30E5043C6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97A17-769E-4498-8442-3F0FFA7B0B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368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D8EB2A-6AB9-71AF-B03B-C98E34DB92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56675C-ADDB-0F5E-EE3D-A0589EE31D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E18453-3A1E-B26F-3E5A-07930D16C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66D07-24F3-4A11-83CE-06901C09EB5D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0083DD-DFAC-41CD-FAEC-C6A95668E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393C95-4AC5-B0AB-5A9A-3589921BE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097A17-769E-4498-8442-3F0FFA7B0B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270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8827FD-050D-E788-0212-2ABAC67DB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572FC5-9677-472F-8C79-D245A94B84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FB98B7-1862-809B-0860-9F68212A2E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E66D07-24F3-4A11-83CE-06901C09EB5D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BDF208-D2B2-AA3C-4966-6E81764824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34BCE4-9AD3-C278-91F6-718A4C02F9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097A17-769E-4498-8442-3F0FFA7B0B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613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68CE398-0CC7-C82E-E0AC-27EFB85036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053936"/>
            <a:ext cx="9936548" cy="494452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3364570-FFC3-DC6A-A278-6EA396700450}"/>
              </a:ext>
            </a:extLst>
          </p:cNvPr>
          <p:cNvSpPr/>
          <p:nvPr/>
        </p:nvSpPr>
        <p:spPr>
          <a:xfrm>
            <a:off x="475488" y="276910"/>
            <a:ext cx="3008581" cy="4770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5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1) Fix Dashboard area</a:t>
            </a:r>
          </a:p>
        </p:txBody>
      </p:sp>
    </p:spTree>
    <p:extLst>
      <p:ext uri="{BB962C8B-B14F-4D97-AF65-F5344CB8AC3E}">
        <p14:creationId xmlns:p14="http://schemas.microsoft.com/office/powerpoint/2010/main" val="16007698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D9856-CD20-0E6A-EC0D-EFDC530A8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6327DA4-9DCC-61DC-3524-277D59E2D4AC}"/>
              </a:ext>
            </a:extLst>
          </p:cNvPr>
          <p:cNvSpPr/>
          <p:nvPr/>
        </p:nvSpPr>
        <p:spPr>
          <a:xfrm>
            <a:off x="409572" y="304342"/>
            <a:ext cx="9684191" cy="86177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5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2) </a:t>
            </a:r>
            <a:r>
              <a:rPr lang="en-US" sz="25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Shift these tabs </a:t>
            </a:r>
            <a:r>
              <a:rPr lang="en-US" sz="2500" dirty="0" err="1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below,Similar</a:t>
            </a:r>
            <a:r>
              <a:rPr lang="en-US" sz="25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to </a:t>
            </a:r>
            <a:r>
              <a:rPr lang="en-US" sz="2500" dirty="0" err="1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General,Technical</a:t>
            </a:r>
            <a:r>
              <a:rPr lang="en-US" sz="25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and other sections..</a:t>
            </a:r>
          </a:p>
          <a:p>
            <a:pPr algn="ctr"/>
            <a:endParaRPr lang="en-US" sz="25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1FD56C-6E49-FAC0-EB5B-A5E256B400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0803" y="982980"/>
            <a:ext cx="6494695" cy="4892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6829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5C124-654A-3EDD-9F2A-98B38782B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8AA0CF1-AB29-4A86-1F18-1F6855601629}"/>
              </a:ext>
            </a:extLst>
          </p:cNvPr>
          <p:cNvSpPr/>
          <p:nvPr/>
        </p:nvSpPr>
        <p:spPr>
          <a:xfrm>
            <a:off x="1330762" y="304342"/>
            <a:ext cx="3672160" cy="86177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5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3) </a:t>
            </a:r>
            <a:r>
              <a:rPr lang="en-US" sz="25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Statistics NOT added yet</a:t>
            </a:r>
          </a:p>
          <a:p>
            <a:pPr algn="ctr"/>
            <a:endParaRPr lang="en-US" sz="25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BE5C9E-40D8-C402-3E69-C2D3D4F188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378" y="1166116"/>
            <a:ext cx="6907443" cy="520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941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77B97-5CAB-F004-2A4B-755E34994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083CE0F-C768-F7C5-BFFC-0F49BA53F961}"/>
              </a:ext>
            </a:extLst>
          </p:cNvPr>
          <p:cNvSpPr/>
          <p:nvPr/>
        </p:nvSpPr>
        <p:spPr>
          <a:xfrm>
            <a:off x="290446" y="304342"/>
            <a:ext cx="5752793" cy="86177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5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  <a:r>
              <a:rPr lang="en-US" sz="25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 Increase Size of corner tab's for Visibility</a:t>
            </a:r>
          </a:p>
          <a:p>
            <a:pPr algn="ctr"/>
            <a:endParaRPr lang="en-US" sz="25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92D7DC-BF72-A2FC-AC61-1BC041252E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962839"/>
            <a:ext cx="9519831" cy="4550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6353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6C2C0-FD51-C13C-A81F-99826E523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DC44BA8-6767-116B-96CC-FB2A61DBBEDB}"/>
              </a:ext>
            </a:extLst>
          </p:cNvPr>
          <p:cNvSpPr/>
          <p:nvPr/>
        </p:nvSpPr>
        <p:spPr>
          <a:xfrm>
            <a:off x="402150" y="94030"/>
            <a:ext cx="7138749" cy="86177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5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  <a:r>
              <a:rPr lang="en-US" sz="25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 Remove these extra tab from Employee Dashboard</a:t>
            </a:r>
          </a:p>
          <a:p>
            <a:pPr algn="ctr"/>
            <a:endParaRPr lang="en-US" sz="25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82EF6E-EABB-B5FA-F607-C7C26CC834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5" y="836577"/>
            <a:ext cx="11274041" cy="5335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7042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66D5D-9FDD-7F60-DE62-2CE2B9C4F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053A897-7BBC-BEB6-6B56-9341675A6360}"/>
              </a:ext>
            </a:extLst>
          </p:cNvPr>
          <p:cNvSpPr/>
          <p:nvPr/>
        </p:nvSpPr>
        <p:spPr>
          <a:xfrm>
            <a:off x="364567" y="203758"/>
            <a:ext cx="4379277" cy="86177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5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  <a:r>
              <a:rPr lang="en-US" sz="25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 Remove this from Profile tab  </a:t>
            </a:r>
          </a:p>
          <a:p>
            <a:pPr algn="ctr"/>
            <a:endParaRPr lang="en-US" sz="25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1183B8-2B07-241C-E5E3-F1DE0D5DE2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2049" y="911810"/>
            <a:ext cx="7974070" cy="5324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9748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BE612-F4C4-16DF-6E9F-6B38F67FC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E41B3FF-61C1-E737-3291-44CADAB375AF}"/>
              </a:ext>
            </a:extLst>
          </p:cNvPr>
          <p:cNvSpPr/>
          <p:nvPr/>
        </p:nvSpPr>
        <p:spPr>
          <a:xfrm>
            <a:off x="255884" y="136003"/>
            <a:ext cx="10013126" cy="124649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5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  <a:r>
              <a:rPr lang="en-US" sz="25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</a:t>
            </a:r>
            <a:r>
              <a:rPr lang="en-US" b="1" dirty="0"/>
              <a:t> </a:t>
            </a:r>
            <a:r>
              <a:rPr lang="en-US" sz="25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Except Self Photo, Contact number &amp; Email employee should not be able </a:t>
            </a:r>
          </a:p>
          <a:p>
            <a:pPr algn="ctr"/>
            <a:r>
              <a:rPr lang="en-US" sz="25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 change anything on profile page.  </a:t>
            </a:r>
          </a:p>
          <a:p>
            <a:pPr algn="ctr"/>
            <a:endParaRPr lang="en-US" sz="25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9ED742-BF1B-CC26-2B04-002F7E9A28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193" y="1084338"/>
            <a:ext cx="9437407" cy="5443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835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5603F-C8FB-EDCC-1CDD-2984464B1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70AF92D-8911-A88D-60EC-CE8821497A3C}"/>
              </a:ext>
            </a:extLst>
          </p:cNvPr>
          <p:cNvSpPr/>
          <p:nvPr/>
        </p:nvSpPr>
        <p:spPr>
          <a:xfrm>
            <a:off x="79518" y="0"/>
            <a:ext cx="2360198" cy="4770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25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</a:t>
            </a:r>
            <a:r>
              <a:rPr lang="en-US" sz="25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 Fix Comments</a:t>
            </a:r>
            <a:endParaRPr lang="en-US" sz="25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1B7628-E7FE-F115-19D5-474F1919D5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29004"/>
            <a:ext cx="10378212" cy="5574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7088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1D54B-7CCA-8AE3-DF01-F2FC766C6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4653FF-14B1-CC50-72B9-14C4E7EF3F4D}"/>
              </a:ext>
            </a:extLst>
          </p:cNvPr>
          <p:cNvSpPr/>
          <p:nvPr/>
        </p:nvSpPr>
        <p:spPr>
          <a:xfrm>
            <a:off x="79518" y="0"/>
            <a:ext cx="2432333" cy="4770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25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  <a:r>
              <a:rPr lang="en-US" sz="25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 Fix Comments </a:t>
            </a:r>
            <a:endParaRPr lang="en-US" sz="25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363051-E3B1-CA5D-CFB5-C285F02F89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522" y="877376"/>
            <a:ext cx="9862457" cy="5103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2883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9D6D0-4EEB-A5ED-6973-E512141CC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0615C4A-FBA6-A5DC-C529-51C3190C6DD1}"/>
              </a:ext>
            </a:extLst>
          </p:cNvPr>
          <p:cNvSpPr/>
          <p:nvPr/>
        </p:nvSpPr>
        <p:spPr>
          <a:xfrm>
            <a:off x="79518" y="0"/>
            <a:ext cx="4478085" cy="4770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25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</a:t>
            </a:r>
            <a:r>
              <a:rPr lang="en-US" sz="25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 Fix Comments .It shows error</a:t>
            </a:r>
            <a:endParaRPr lang="en-US" sz="25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223F07-8E52-E8E3-8DE5-5DFB23AC7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612" y="821376"/>
            <a:ext cx="8638342" cy="47396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3FFC217-0D8B-5883-804A-4991A0B760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0090" y="673749"/>
            <a:ext cx="5075853" cy="2620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5422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9F956-0539-2816-5134-04E5C03CB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6001301-97C8-A7F4-B95E-90B5AAE7AF3D}"/>
              </a:ext>
            </a:extLst>
          </p:cNvPr>
          <p:cNvSpPr/>
          <p:nvPr/>
        </p:nvSpPr>
        <p:spPr>
          <a:xfrm>
            <a:off x="79518" y="0"/>
            <a:ext cx="2746521" cy="4770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25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11</a:t>
            </a:r>
            <a:r>
              <a:rPr lang="en-US" sz="25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 Fix Comments . </a:t>
            </a:r>
            <a:endParaRPr lang="en-US" sz="25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60A5241-9446-93DE-3C97-AEC3016DAC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257" y="792963"/>
            <a:ext cx="9813875" cy="4544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8248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C2E1B-AF3E-4E12-CFA1-F48F8D3B4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5986192-205B-8251-5DA7-C31A707AC374}"/>
              </a:ext>
            </a:extLst>
          </p:cNvPr>
          <p:cNvSpPr/>
          <p:nvPr/>
        </p:nvSpPr>
        <p:spPr>
          <a:xfrm>
            <a:off x="79518" y="0"/>
            <a:ext cx="2746521" cy="4770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25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12</a:t>
            </a:r>
            <a:r>
              <a:rPr lang="en-US" sz="25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 Fix Comments . </a:t>
            </a:r>
            <a:endParaRPr lang="en-US" sz="25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8729B5-8230-E81A-B9F9-0484D2DE38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053" y="899212"/>
            <a:ext cx="9778482" cy="5059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1673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BD196-3151-BF0E-4371-01E0F6D63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81D17D5-310B-706F-2936-F78B2BFBCA12}"/>
              </a:ext>
            </a:extLst>
          </p:cNvPr>
          <p:cNvSpPr/>
          <p:nvPr/>
        </p:nvSpPr>
        <p:spPr>
          <a:xfrm>
            <a:off x="79518" y="0"/>
            <a:ext cx="2746521" cy="4770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25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13</a:t>
            </a:r>
            <a:r>
              <a:rPr lang="en-US" sz="25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 Fix Comments . </a:t>
            </a:r>
            <a:endParaRPr lang="en-US" sz="25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C998B4-A845-6967-6B8E-6FE0F32F15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18" y="1199030"/>
            <a:ext cx="6111551" cy="27407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6BCDC62-A438-0C54-A2E5-A09234131C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3055" y="3294180"/>
            <a:ext cx="6211083" cy="289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5716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525FD-CA59-852C-2E73-7021DA01D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A14226-70A3-18BC-348D-007645A0AE26}"/>
              </a:ext>
            </a:extLst>
          </p:cNvPr>
          <p:cNvSpPr/>
          <p:nvPr/>
        </p:nvSpPr>
        <p:spPr>
          <a:xfrm>
            <a:off x="79518" y="0"/>
            <a:ext cx="2746521" cy="4770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25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14</a:t>
            </a:r>
            <a:r>
              <a:rPr lang="en-US" sz="25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 Fix Comments . </a:t>
            </a:r>
            <a:endParaRPr lang="en-US" sz="25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5E4E4F-6275-A49B-48BE-0550555DAE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184" y="776586"/>
            <a:ext cx="9496135" cy="4495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8282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8F89A-77DA-8014-5CFB-A1B7066AF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C5852EF-E32B-2FB5-72F1-8FA3712EDF6C}"/>
              </a:ext>
            </a:extLst>
          </p:cNvPr>
          <p:cNvSpPr/>
          <p:nvPr/>
        </p:nvSpPr>
        <p:spPr>
          <a:xfrm>
            <a:off x="79518" y="0"/>
            <a:ext cx="2746521" cy="4770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25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15</a:t>
            </a:r>
            <a:r>
              <a:rPr lang="en-US" sz="25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 Fix Comments . </a:t>
            </a:r>
            <a:endParaRPr lang="en-US" sz="25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44299E-832B-C51B-3C10-060C6D2C69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579" y="1031295"/>
            <a:ext cx="10002416" cy="4393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8473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4754A-AF3B-72BA-717E-C979ECC2B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CB6AB9D-90E1-CDA7-1BEE-F2D9FC9EEDE7}"/>
              </a:ext>
            </a:extLst>
          </p:cNvPr>
          <p:cNvSpPr/>
          <p:nvPr/>
        </p:nvSpPr>
        <p:spPr>
          <a:xfrm>
            <a:off x="79518" y="0"/>
            <a:ext cx="10288779" cy="4770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25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16</a:t>
            </a:r>
            <a:r>
              <a:rPr lang="en-US" sz="25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 Similar to below…Employee Personal Dashboard </a:t>
            </a:r>
            <a:r>
              <a:rPr lang="en-US" sz="2500" dirty="0" err="1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required.it’s</a:t>
            </a:r>
            <a:r>
              <a:rPr lang="en-US" sz="25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missing now</a:t>
            </a:r>
            <a:endParaRPr lang="en-US" sz="25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B53C27-68BE-508B-C81D-D16CA50A3A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093" y="1083449"/>
            <a:ext cx="9950384" cy="4468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223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C7B2A-E1DF-A71A-08B8-1F28D1F2D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652238A-C466-5E0F-A3B8-957140D42F30}"/>
              </a:ext>
            </a:extLst>
          </p:cNvPr>
          <p:cNvSpPr/>
          <p:nvPr/>
        </p:nvSpPr>
        <p:spPr>
          <a:xfrm>
            <a:off x="79518" y="0"/>
            <a:ext cx="1039067" cy="4770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25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16</a:t>
            </a:r>
            <a:r>
              <a:rPr lang="en-US" sz="25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) Fix</a:t>
            </a:r>
            <a:endParaRPr lang="en-US" sz="25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F183E0-8C08-055B-4805-5DFAEDDEC5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690" y="1413035"/>
            <a:ext cx="8758860" cy="4031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2238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132</Words>
  <Application>Microsoft Office PowerPoint</Application>
  <PresentationFormat>Widescreen</PresentationFormat>
  <Paragraphs>18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IT</dc:creator>
  <cp:lastModifiedBy>INFO</cp:lastModifiedBy>
  <cp:revision>8</cp:revision>
  <dcterms:created xsi:type="dcterms:W3CDTF">2026-02-24T11:27:39Z</dcterms:created>
  <dcterms:modified xsi:type="dcterms:W3CDTF">2026-02-24T17:59:01Z</dcterms:modified>
</cp:coreProperties>
</file>